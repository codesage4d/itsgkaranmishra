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2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1688115" y="87524"/>
            <a:ext cx="8785290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ptos"/>
              </a:rPr>
              <a:t>AI0303 Deep Learning </a:t>
            </a:r>
            <a:r>
              <a:rPr sz="3200" b="1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Aptos"/>
              </a:rPr>
              <a:t>Practical CA-1 </a:t>
            </a:r>
            <a:r>
              <a:rPr sz="3200" b="1" dirty="0">
                <a:solidFill>
                  <a:srgbClr val="FFFFFF"/>
                </a:solidFill>
                <a:latin typeface="Aptos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5577840" cy="5440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602509" y="988664"/>
            <a:ext cx="519578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4B73"/>
                </a:solidFill>
                <a:latin typeface="Aptos"/>
              </a:rPr>
              <a:t>Q1 • SMART ACCESS CONTROL — PERCEPTRON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8047" y="1390109"/>
            <a:ext cx="3455561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232D37"/>
                </a:solidFill>
                <a:latin typeface="Aptos"/>
              </a:rPr>
              <a:t>Decide access using two binary inputs:
x₁ = Valid ID   |   x₂ = Biometric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4679366" cy="1169544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551376" y="2039000"/>
            <a:ext cx="129804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9375A"/>
                </a:solidFill>
                <a:latin typeface="Aptos"/>
              </a:rPr>
              <a:t>x₁   x₂  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6609" y="1876967"/>
            <a:ext cx="1413818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lang="en-US" sz="1400" dirty="0">
              <a:solidFill>
                <a:srgbClr val="28323C"/>
              </a:solidFill>
              <a:latin typeface="Aptos"/>
            </a:endParaRPr>
          </a:p>
          <a:p>
            <a:pPr algn="ctr"/>
            <a:endParaRPr lang="en-US" sz="1400" b="0" dirty="0">
              <a:solidFill>
                <a:srgbClr val="28323C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28323C"/>
                </a:solidFill>
                <a:latin typeface="Aptos"/>
              </a:rPr>
              <a:t>0    0      0</a:t>
            </a:r>
            <a:endParaRPr lang="en-US" sz="1400" b="0" dirty="0">
              <a:solidFill>
                <a:srgbClr val="28323C"/>
              </a:solidFill>
              <a:latin typeface="Aptos"/>
            </a:endParaRPr>
          </a:p>
          <a:p>
            <a:pPr algn="ctr"/>
            <a:r>
              <a:rPr lang="en-IN" sz="1400" b="0" dirty="0">
                <a:solidFill>
                  <a:srgbClr val="28323C"/>
                </a:solidFill>
                <a:latin typeface="Aptos"/>
              </a:rPr>
              <a:t>0    1      0</a:t>
            </a:r>
            <a:endParaRPr lang="en-IN" sz="1400" dirty="0">
              <a:solidFill>
                <a:srgbClr val="28323C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28323C"/>
                </a:solidFill>
                <a:latin typeface="Aptos"/>
              </a:rPr>
              <a:t>1    0      0   </a:t>
            </a:r>
            <a:endParaRPr lang="en-US" sz="1400" dirty="0">
              <a:solidFill>
                <a:srgbClr val="28323C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28323C"/>
                </a:solidFill>
                <a:latin typeface="Aptos"/>
              </a:rPr>
              <a:t>1    1      1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4532" y="3213110"/>
            <a:ext cx="342831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33746"/>
                </a:solidFill>
                <a:latin typeface="Aptos"/>
              </a:rPr>
              <a:t>Given:  w₁=0.2, w₂=0.3, b=−0.4, α=0.1
net = w₁x₁ + w₂x₂ + b    |    y=1 if net≥0 else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04208"/>
            <a:ext cx="3266472" cy="107721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Aptos"/>
              </a:rPr>
              <a:t>TASK
• Implement &amp; train Perceptron
• Calculate net, prediction &amp; updates
• Test all 4 inputs and find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7938" y="4764245"/>
            <a:ext cx="430149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91461E"/>
                </a:solidFill>
                <a:latin typeface="Aptos"/>
              </a:rPr>
              <a:t>JUSTIFY
Why can a single Perceptron solve this problem?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5486400"/>
            <a:ext cx="5010912" cy="585216"/>
          </a:xfrm>
          <a:prstGeom prst="roundRect">
            <a:avLst/>
          </a:prstGeom>
          <a:solidFill>
            <a:srgbClr val="EFF7F2"/>
          </a:solidFill>
          <a:ln w="13970">
            <a:solidFill>
              <a:srgbClr val="B8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935050" y="5639059"/>
            <a:ext cx="456727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35A41"/>
                </a:solidFill>
                <a:latin typeface="Aptos"/>
              </a:rPr>
              <a:t>OUTPUT: Final w₁, w₂, bias • Epochs • Predictions • Accuracy • Justification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914400"/>
            <a:ext cx="5577840" cy="5440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571352" y="988664"/>
            <a:ext cx="483440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4B73"/>
                </a:solidFill>
                <a:latin typeface="Aptos"/>
              </a:rPr>
              <a:t>Q2 • INTELLIGENT SECURITY ALARM — MLP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1817" y="1390109"/>
            <a:ext cx="502432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32D37"/>
                </a:solidFill>
                <a:latin typeface="Aptos"/>
              </a:rPr>
              <a:t>Alarm activates when exactly one sensor detects activity.
x₁ = Motion Sensor   |   x₂ = Door Sensor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11111" y="2011680"/>
            <a:ext cx="4794641" cy="1169544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8343985" y="2039000"/>
            <a:ext cx="128913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9375A"/>
                </a:solidFill>
                <a:latin typeface="Aptos"/>
              </a:rPr>
              <a:t>x₁   x₂   Alarm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9220" y="2043559"/>
            <a:ext cx="1289134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lang="en-US" sz="1400" b="0" dirty="0">
              <a:solidFill>
                <a:srgbClr val="28323C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28323C"/>
                </a:solidFill>
                <a:latin typeface="Aptos"/>
              </a:rPr>
              <a:t>0    0      0 </a:t>
            </a:r>
            <a:endParaRPr lang="en-US" sz="1400" b="0" dirty="0">
              <a:solidFill>
                <a:srgbClr val="28323C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28323C"/>
                </a:solidFill>
                <a:latin typeface="Aptos"/>
              </a:rPr>
              <a:t>0    1      1
1    0      1</a:t>
            </a:r>
            <a:endParaRPr lang="en-US" sz="1400" b="0" dirty="0">
              <a:solidFill>
                <a:srgbClr val="28323C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28323C"/>
                </a:solidFill>
                <a:latin typeface="Aptos"/>
              </a:rPr>
              <a:t>1    1      0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2689" y="3194822"/>
            <a:ext cx="4030014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33746"/>
                </a:solidFill>
                <a:latin typeface="Aptos"/>
              </a:rPr>
              <a:t>Architecture:  2 Input → Hidden Layer → 1 Output
Use sigmoid/ReLU and train using backpropagation.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76776"/>
            <a:ext cx="3289555" cy="107721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Aptos"/>
              </a:rPr>
              <a:t>TASK
• Implement &amp; train MLP
• Display loss / training progress
• Test 4 inputs and calculate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6989" y="4764245"/>
            <a:ext cx="5161413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91461E"/>
                </a:solidFill>
                <a:latin typeface="Aptos"/>
              </a:rPr>
              <a:t>JUSTIFY
Why can MLP solve XOR when a single Perceptron cannot?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5486400"/>
            <a:ext cx="5010912" cy="585216"/>
          </a:xfrm>
          <a:prstGeom prst="roundRect">
            <a:avLst/>
          </a:prstGeom>
          <a:solidFill>
            <a:srgbClr val="EFF7F2"/>
          </a:solidFill>
          <a:ln w="13970">
            <a:solidFill>
              <a:srgbClr val="B8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462387" y="5639059"/>
            <a:ext cx="5070619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35A41"/>
                </a:solidFill>
                <a:latin typeface="Aptos"/>
              </a:rPr>
              <a:t>OUTPUT: Architecture • Epochs/LR • Predictions • Classes • Accuracy • Justification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8005" y="6434587"/>
            <a:ext cx="490551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F6973"/>
                </a:solidFill>
                <a:latin typeface="Aptos"/>
              </a:rPr>
              <a:t>Assessment: Students must show calculations/results and justify the model choice.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276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Shyam Maheshwari</cp:lastModifiedBy>
  <cp:revision>3</cp:revision>
  <dcterms:created xsi:type="dcterms:W3CDTF">2013-01-27T09:14:16Z</dcterms:created>
  <dcterms:modified xsi:type="dcterms:W3CDTF">2026-09-12T04:10:31Z</dcterms:modified>
  <cp:category/>
</cp:coreProperties>
</file>